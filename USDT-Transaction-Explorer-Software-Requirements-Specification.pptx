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10972800"/>
  <p:notesSz cx="10972800" cy="14630400"/>
  <p:embeddedFontLst>
    <p:embeddedFont>
      <p:font typeface="Mukta Light" panose="020B0604020202020204" charset="0"/>
      <p:regular r:id="rId13"/>
    </p:embeddedFont>
    <p:embeddedFont>
      <p:font typeface="Prompt Medium" panose="00000600000000000000" pitchFamily="2" charset="-34"/>
      <p:regular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5B95"/>
    <a:srgbClr val="85497B"/>
    <a:srgbClr val="0A0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162" y="-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6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documentatio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cs.tronscan.org/" TargetMode="External"/><Relationship Id="rId4" Type="http://schemas.openxmlformats.org/officeDocument/2006/relationships/hyperlink" Target="https://etherscan.io/api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522375"/>
            <a:ext cx="7381875" cy="2097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USDT Transaction Explorer: Software Requirements Specification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4810482"/>
            <a:ext cx="7381875" cy="201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presentation outlines the software requirements for the USDT Transaction Explorer, a system designed to analyze and visualize USDT (Tether) transaction data. It helps businesses retrieve wallet transaction data, visualize transaction flows, and provide AI-based safety analysis before engaging in transactions.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81063" y="7108150"/>
            <a:ext cx="73818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can be hosted on AWS along with utilization of </a:t>
            </a:r>
            <a:r>
              <a:rPr lang="en-US" sz="195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LinodeGPU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enhanced performance.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749856"/>
            <a:ext cx="7381875" cy="132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Purpose and Scope of the USDT Transaction Explorer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881063" y="2437328"/>
            <a:ext cx="3571399" cy="5812155"/>
          </a:xfrm>
          <a:prstGeom prst="roundRect">
            <a:avLst>
              <a:gd name="adj" fmla="val 281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7760" y="2684026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Purpose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127760" y="3159681"/>
            <a:ext cx="3078004" cy="229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Define system requirements to help users evaluate and analyze USDT wallet transaction history. Provides transaction trees and safety assessments to guide business decisions.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539" y="2437328"/>
            <a:ext cx="3571399" cy="5812155"/>
          </a:xfrm>
          <a:prstGeom prst="roundRect">
            <a:avLst>
              <a:gd name="adj" fmla="val 281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8236" y="2684026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Scope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938236" y="3159681"/>
            <a:ext cx="3078004" cy="153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Retrieve transaction data for ERC20 and TRC20 wallets via blockchain explorers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938236" y="4774049"/>
            <a:ext cx="3078004" cy="1148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Visualize wallet transactions through transaction trees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938236" y="5642901"/>
            <a:ext cx="3078004" cy="76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AI-based safety analysis of wallet transaction history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938236" y="6475324"/>
            <a:ext cx="3078004" cy="184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project is designed for seamless deployment on AWS instances, enabling scalable, global accessibility.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81063" y="8488561"/>
            <a:ext cx="7381875" cy="1734383"/>
          </a:xfrm>
          <a:prstGeom prst="roundRect">
            <a:avLst>
              <a:gd name="adj" fmla="val 579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7760" y="8735258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Exclusions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127760" y="9210913"/>
            <a:ext cx="6888480" cy="76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financial audits or deep wallet verification; only assesses transaction patterns and safety based on historical behavior.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2802850"/>
            <a:ext cx="11868388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Definitions, Acronyms, and References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4131350"/>
            <a:ext cx="3230047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Definitions &amp; Acronyms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1063" y="4732734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USDT: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Tether stable coin pegged to USD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81063" y="5223748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ERC20: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Ethereum token standard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81063" y="5714762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TRC20: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TRON token standard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81063" y="6205776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AWS: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Amazon Web Services cloud platform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81063" y="6696789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LinodeGPU: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GPU instances for ML tasks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81063" y="7187803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Application Programming Interface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81063" y="7678817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AI: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Artificial Intelligence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9882" y="4131350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9882" y="4732734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Documentation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9882" y="5223748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Etherscan API Documentation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9882" y="5714762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Tronscan API Documentation</a:t>
            </a:r>
            <a:endParaRPr lang="en-US" sz="1950" dirty="0">
              <a:solidFill>
                <a:srgbClr val="A95B95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A03F1A-909C-3C3A-2A97-66F4A90C1F32}"/>
              </a:ext>
            </a:extLst>
          </p:cNvPr>
          <p:cNvSpPr/>
          <p:nvPr/>
        </p:nvSpPr>
        <p:spPr>
          <a:xfrm>
            <a:off x="12502708" y="9770586"/>
            <a:ext cx="2113178" cy="1190172"/>
          </a:xfrm>
          <a:prstGeom prst="rect">
            <a:avLst/>
          </a:prstGeom>
          <a:solidFill>
            <a:srgbClr val="0A0B21"/>
          </a:solidFill>
          <a:ln>
            <a:solidFill>
              <a:srgbClr val="0A0B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2479953"/>
            <a:ext cx="7381875" cy="139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General Description and Product Perspective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81063" y="4539139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9141" y="4539139"/>
            <a:ext cx="2747010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99141" y="5039797"/>
            <a:ext cx="2747010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Connects with </a:t>
            </a:r>
            <a:r>
              <a:rPr lang="en-US" sz="195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Tronscan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r>
              <a:rPr lang="en-US" sz="195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Etherscan</a:t>
            </a: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APIs to fetch USDT wallet transaction data.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4697849" y="4539139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15928" y="4539139"/>
            <a:ext cx="2747010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15928" y="5039797"/>
            <a:ext cx="2747010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Processes data into transaction trees showing wallet-to-wallet USDT transfers.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881063" y="7186255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9141" y="7186255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Analysis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99141" y="7686913"/>
            <a:ext cx="6563797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Uses Google Generative AI to evaluate transaction patterns and provide safety recommendations.</a:t>
            </a:r>
            <a:endParaRPr lang="en-US" sz="1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DBE22D-A6F8-3B99-A448-A5F1FFB9BC7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52302" y="4615895"/>
            <a:ext cx="423902" cy="4239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8BE051-E1E3-E705-C195-49734E2112E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755943" y="4589604"/>
            <a:ext cx="450193" cy="4501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423BC4-AD72-E279-994E-63BD24018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15" y="7277007"/>
            <a:ext cx="384876" cy="384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3337917"/>
            <a:ext cx="11829336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Functions and User Characteristics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466641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Functions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1063" y="5267801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Retrieve transactions from Ethereum and TRON blockchains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81063" y="6161723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 visual transaction trees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81063" y="6652736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AI-driven safety analysis of wallets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81063" y="7143750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Web interface for wallet input and results display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9882" y="466641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Characteristics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9882" y="5267801"/>
            <a:ext cx="6127075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Targeted at businesses and analysts with basic blockchain and cryptocurrency knowledge who need to assess wallet safety before transactions.</a:t>
            </a:r>
            <a:endParaRPr lang="en-US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FEC14F-B0E7-94DB-84DB-5D4798324AF8}"/>
              </a:ext>
            </a:extLst>
          </p:cNvPr>
          <p:cNvSpPr/>
          <p:nvPr/>
        </p:nvSpPr>
        <p:spPr>
          <a:xfrm>
            <a:off x="12502708" y="9770586"/>
            <a:ext cx="2113178" cy="1190172"/>
          </a:xfrm>
          <a:prstGeom prst="rect">
            <a:avLst/>
          </a:prstGeom>
          <a:solidFill>
            <a:srgbClr val="0A0B21"/>
          </a:solidFill>
          <a:ln>
            <a:solidFill>
              <a:srgbClr val="0A0B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851541"/>
            <a:ext cx="7381875" cy="139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General Constraints and Assumptions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81063" y="3627596"/>
            <a:ext cx="7381875" cy="2419469"/>
          </a:xfrm>
          <a:prstGeom prst="roundRect">
            <a:avLst>
              <a:gd name="adj" fmla="val 43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8001" y="3894534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Constraints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8001" y="4395192"/>
            <a:ext cx="684799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Must handle multiple concurrent users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48001" y="4886206"/>
            <a:ext cx="684799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 rate limits from Etherscan and Tronscan must be managed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148001" y="5377220"/>
            <a:ext cx="684799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Performance optimized using LinodeGPU for AI processing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881063" y="6298763"/>
            <a:ext cx="7381875" cy="2822377"/>
          </a:xfrm>
          <a:prstGeom prst="roundRect">
            <a:avLst>
              <a:gd name="adj" fmla="val 374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8001" y="656570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Assumptions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8001" y="7066359"/>
            <a:ext cx="684799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Stable access to Etherscan and Tronscan APIs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148001" y="7557373"/>
            <a:ext cx="6847999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Transaction trees can’t show patterns of money laundering and other illicit activities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48001" y="8451294"/>
            <a:ext cx="684799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Consistent AI model performance based on historical data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17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3546396"/>
            <a:ext cx="6997541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External Interface Requirements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4407813"/>
            <a:ext cx="1007031" cy="12083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0155" y="4609148"/>
            <a:ext cx="223789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Interfaces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2190155" y="5009674"/>
            <a:ext cx="11559183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Web interface for inputting wallet addresses and viewing transaction trees and AI safety assessments.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63" y="5616178"/>
            <a:ext cx="1007031" cy="12083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0155" y="5817513"/>
            <a:ext cx="223789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Hardware Interfaces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2190155" y="6218039"/>
            <a:ext cx="11559183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Optimized for seamless deployment on AWS, ensuring scalable performance and potential global accessibility.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3" y="6824543"/>
            <a:ext cx="1007031" cy="19110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90155" y="7025878"/>
            <a:ext cx="223789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Software Interfaces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2190155" y="7426404"/>
            <a:ext cx="11559183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Etherscan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ERC20 wallet data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2190155" y="7819192"/>
            <a:ext cx="11559183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Tronscan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TRC20 wallet data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2190155" y="8211979"/>
            <a:ext cx="11559183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Google Generative AI for safety analysis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063" y="8735616"/>
            <a:ext cx="1007031" cy="120836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90155" y="8936950"/>
            <a:ext cx="2947154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Communications Interfaces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2190155" y="9337477"/>
            <a:ext cx="11559183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communications use HTTPS for secure data transfer between system components and external APIs.</a:t>
            </a:r>
            <a:endParaRPr lang="en-US" sz="15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E683DA-4CB9-C2D8-ADCD-F089CDA5E26B}"/>
              </a:ext>
            </a:extLst>
          </p:cNvPr>
          <p:cNvSpPr/>
          <p:nvPr/>
        </p:nvSpPr>
        <p:spPr>
          <a:xfrm>
            <a:off x="12502708" y="9770586"/>
            <a:ext cx="2113178" cy="1190172"/>
          </a:xfrm>
          <a:prstGeom prst="rect">
            <a:avLst/>
          </a:prstGeom>
          <a:solidFill>
            <a:srgbClr val="0A0B21"/>
          </a:solidFill>
          <a:ln>
            <a:solidFill>
              <a:srgbClr val="0A0B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2585442"/>
            <a:ext cx="12868275" cy="139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Functional Requirements: Transaction Tree and AI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4613196"/>
            <a:ext cx="3843338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Transaction Tree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1063" y="5214580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Input: Wallet address (ERC20 or TRC20)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81063" y="5705594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Process: Query blockchain APIs to fetch transaction data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81063" y="6207633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Output: Visual transaction tree of wallet-to-wallet USDT transfers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81063" y="7101555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Error Handling: Return error if address invalid or API fails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9882" y="4613196"/>
            <a:ext cx="3388400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AI-Based Wallet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9882" y="5214580"/>
            <a:ext cx="6127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Input: Transaction tree data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9882" y="5705594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Process: Google Generative AI analyzes transaction patterns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9882" y="6599515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Output: Textual safety assessment for business engagement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29882" y="7493437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Error Handling: AI reports failure if analysis cannot be completed</a:t>
            </a:r>
            <a:endParaRPr lang="en-US" sz="19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A35C9D-469E-123B-C19B-37ACEC04DD15}"/>
              </a:ext>
            </a:extLst>
          </p:cNvPr>
          <p:cNvSpPr/>
          <p:nvPr/>
        </p:nvSpPr>
        <p:spPr>
          <a:xfrm>
            <a:off x="12502708" y="9770586"/>
            <a:ext cx="2113178" cy="1190172"/>
          </a:xfrm>
          <a:prstGeom prst="rect">
            <a:avLst/>
          </a:prstGeom>
          <a:solidFill>
            <a:srgbClr val="0A0B21"/>
          </a:solidFill>
          <a:ln>
            <a:solidFill>
              <a:srgbClr val="0A0B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605915"/>
            <a:ext cx="7381875" cy="279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Non-Functional Requirements: Performance, Reliability, and Security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81063" y="5063609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9141" y="5063609"/>
            <a:ext cx="2747010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99141" y="5564267"/>
            <a:ext cx="2747010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 up to 5 wallet queries per second with efficient data retrieval and AI processing.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4697849" y="5063609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15928" y="5063609"/>
            <a:ext cx="274701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Reliability &amp; Availability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15928" y="5913953"/>
            <a:ext cx="2747010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Maintains 99.9% uptime when hosted on AWS with auto-scaling to handle dynamic workloads.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881063" y="8060412"/>
            <a:ext cx="566380" cy="566380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9141" y="806041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99141" y="8561070"/>
            <a:ext cx="6563797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 HTTPS for all external and internal communications to ensure data security.</a:t>
            </a:r>
            <a:endParaRPr lang="en-US" sz="1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A15657-7A1E-2DB5-3623-B0EE988EB37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757622" y="5123382"/>
            <a:ext cx="446833" cy="4468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5D0CEC-52DD-00CD-485C-BE24A9B6F4F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64338" y="5146884"/>
            <a:ext cx="399827" cy="3998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393582-2550-1224-2A1A-60F62D9A7023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943558" y="8122907"/>
            <a:ext cx="441389" cy="441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3076456"/>
            <a:ext cx="12868275" cy="139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Maintainability, Portability, and Design Constraints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5104209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Maintainability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1063" y="5705594"/>
            <a:ext cx="3879532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Modular system architecture with version-controlled code deployed via CI/CD pipelines for easy maintenance.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382339" y="5104209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Portability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82339" y="5705594"/>
            <a:ext cx="3879532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System designed to be portable across AWS regions for geographic redundancy and reliability.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883616" y="5104209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Constraints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83616" y="5705594"/>
            <a:ext cx="3879532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150"/>
              </a:lnSpc>
              <a:buSzPct val="100000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 rate limits require rate-limiting mechanisms to avoid bans</a:t>
            </a:r>
            <a:endParaRPr lang="en-US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9F1239-EDD6-1B71-4B93-93B74B499904}"/>
              </a:ext>
            </a:extLst>
          </p:cNvPr>
          <p:cNvSpPr/>
          <p:nvPr/>
        </p:nvSpPr>
        <p:spPr>
          <a:xfrm>
            <a:off x="12502708" y="9770586"/>
            <a:ext cx="2113178" cy="1190172"/>
          </a:xfrm>
          <a:prstGeom prst="rect">
            <a:avLst/>
          </a:prstGeom>
          <a:solidFill>
            <a:srgbClr val="0A0B21"/>
          </a:solidFill>
          <a:ln>
            <a:solidFill>
              <a:srgbClr val="0A0B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654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Prompt Medium</vt:lpstr>
      <vt:lpstr>Mukta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...</cp:lastModifiedBy>
  <cp:revision>3</cp:revision>
  <dcterms:created xsi:type="dcterms:W3CDTF">2025-04-23T14:16:37Z</dcterms:created>
  <dcterms:modified xsi:type="dcterms:W3CDTF">2025-04-23T14:53:39Z</dcterms:modified>
</cp:coreProperties>
</file>